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e38543cfd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e38543cfd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38543cfd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e38543cfd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7d5d917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e7d5d917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e38543cfd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e38543cfd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38543cfd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38543cfd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e38543cfd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e38543cfd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38543cfd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e38543cfd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38543cfd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e38543cfd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4000" y="505525"/>
            <a:ext cx="36603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SeniorCare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899075" y="1661950"/>
            <a:ext cx="3057300" cy="233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Integrantes: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 Carvajal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Michelle Vega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Camilo Silva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Docentes: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Mabel Herrera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 Pablo Mellado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Asignatura: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Capstone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661943"/>
            <a:ext cx="3885350" cy="233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" y="505525"/>
            <a:ext cx="1917126" cy="4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del Proyecto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atención diaria en hogares de ancianos implica múltiples tareas que requieren coordinación constante de personal, lo que genera retrasos o distribuciones desiguales de responsabilidades para personal.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propone al implementación de una aplicación híbrida orientada a la mejora de gestión de solicitudes de atención dentro de hogar de ancianos, obteniendo mayor organización, asignación de roles y asistencias y monitoreo en tiempo real de solicitudes.</a:t>
            </a: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431950" y="1699650"/>
            <a:ext cx="3451250" cy="19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General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Desarrollar aplicación híbrida (web y móvil) para gestión eficiente de solicitudes dentro de hogar de ancianos, logrando mejoras de coordinación y tiempos de respuesta.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723" y="2873025"/>
            <a:ext cx="3570125" cy="172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Específicos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Reducción de tiempo de espera en un 30% durante periodo de prueba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Lograr que al menos un 80% de las solicitudes sean registradas durante fase de implementación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Registrar el 100% de las solicitudes con tiempos de inicio y finalización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Registro de usuarios e inicio de sesión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Asignación de tareas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Generación de solicitudes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Visualización de solicitudes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Seguimiento de solicitudes en tiempo real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Registro automático de hora y fecha de solicitud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Cálculo de tiempo de atención (inicio y finalización)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Visualización historial solicitudes</a:t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2945825"/>
            <a:ext cx="1995076" cy="14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8500" y="581025"/>
            <a:ext cx="2841926" cy="14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Limitaciones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en entorno real de producción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Uso de IA en producto final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Soporte para múltiples hogares de ancianos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Implementación de hardware/dispositivos externos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350" y="1426100"/>
            <a:ext cx="2105312" cy="2105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este proyecto se usará metodología ágil: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Mayor flexibilidad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Entrega continua de valor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Iteraciones que permiten adaptar el software a requisitos cambiantes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775" y="3164025"/>
            <a:ext cx="7780925" cy="16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Cursor AI: entorno IDE que usa tecnologías de vanguardia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VS Code: TypeScript, JavaScript, Node.js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PostgreSQL con SupaBase</a:t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25" y="3318750"/>
            <a:ext cx="2563325" cy="10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275" y="3318751"/>
            <a:ext cx="1233951" cy="123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7775" y="3318762"/>
            <a:ext cx="1496299" cy="123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136925" y="2254050"/>
            <a:ext cx="310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Comentario Final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525" y="826050"/>
            <a:ext cx="2630400" cy="26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